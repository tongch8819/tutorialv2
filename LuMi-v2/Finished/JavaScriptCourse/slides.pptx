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9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98FC5-0258-015A-D2A3-FD981C8405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C29A60-290F-50C4-CB7A-DCE74DF9EB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00A6C3-7B6C-F4D2-56A4-5DCF2398A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8D860-7084-4AE6-B8E2-0A646B169ED2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FFE170-641A-69DA-D18E-AF10C877B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798DF-0729-CBCC-D4AE-51541733F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65994-C7DC-4848-8588-09ED8FFFC6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572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FC1DF-6E2B-26CA-95E1-2AEC68CAA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E24D4-FE4C-8412-A5EF-F35F15705A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A29B7-33C8-6C0E-A5D5-F7CB41A75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8D860-7084-4AE6-B8E2-0A646B169ED2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0754AD-96BA-AD6A-4B21-701F76E61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002BF5-B63A-071D-1651-67427EF37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65994-C7DC-4848-8588-09ED8FFFC6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928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79621-929C-28E7-3549-5A2AA8061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E4B6EB-EE02-DE14-3F50-29D82423EA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C3F0AE-6529-D53A-F15F-8D06ECB4F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8D860-7084-4AE6-B8E2-0A646B169ED2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9858A-C6AA-14F7-2A2A-9C5546A4C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4A887-617D-CDD7-EFDC-670B32C8B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65994-C7DC-4848-8588-09ED8FFFC6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235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40CAA-5065-7305-D444-3E66730D9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77BEE-8AE6-C7ED-0417-D5CBE0BAAE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DD8ACD-F6D8-5ACD-B322-FE6E7FCDE6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335980-DF1B-805B-58DA-531A4C54A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8D860-7084-4AE6-B8E2-0A646B169ED2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2B6BBE-7B93-4A46-5168-BC9618A00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2B1893-5ACF-99E3-AB40-2EB947C41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65994-C7DC-4848-8588-09ED8FFFC6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594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77427-E9D3-6173-1CFE-4C21CF7DF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EDC454-2D2B-2C51-0D50-61806F3E3A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CD0D51-C218-D099-BA3A-6F735F11E9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F303EE-9AE5-38F5-27E2-13ED26709D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959B18-67B0-20C1-325D-7AA460D1CE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CDCCFD-A102-EA20-1430-4C192606B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8D860-7084-4AE6-B8E2-0A646B169ED2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3A7E84-6598-6D89-C350-D41D69C74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D2251B-7909-167A-4915-221D79846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65994-C7DC-4848-8588-09ED8FFFC6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198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BEB5A-307C-BBC0-43A0-B8BF6836E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5020D7-EF71-E3FC-C2D9-1B599D5B0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8D860-7084-4AE6-B8E2-0A646B169ED2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85374D-A0DC-CFDD-9140-353364DA0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60FBD2-3191-1A10-8D0F-62E3648C5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65994-C7DC-4848-8588-09ED8FFFC6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242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D48A9E-0E68-EA84-35DE-06BA1BD68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8D860-7084-4AE6-B8E2-0A646B169ED2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D6F5E1-45BB-2E16-9A7E-0B5D50FAD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A6B391-9FDC-8CC5-13D7-99E5AF29A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65994-C7DC-4848-8588-09ED8FFFC6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588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DCA81-8AB5-55CB-27AA-1ECC1CEDB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CFB41-6B7B-9A56-6D75-22269B490B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FB1AF8-5A7C-CB54-5219-7488EFF33F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B2E708-8247-C7E3-22CA-59D877C28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8D860-7084-4AE6-B8E2-0A646B169ED2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592EF6-6786-1A9F-66F3-941FA13B8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B5A2CE-2CA8-72C0-7C29-46DB28229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65994-C7DC-4848-8588-09ED8FFFC6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225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CB1BB-60F8-3C65-58A6-B86712D6B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5EE22C-3590-11D7-D080-1942CFD6BF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D88E9E-6ADA-27C8-13D6-A81EB860A4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1FB6CA-BF56-8D0B-85A8-A78CAD746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8D860-7084-4AE6-B8E2-0A646B169ED2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589480-6578-8024-9706-0749ABA83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E1E0DE-C566-CC9E-B0EE-07306C0B1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65994-C7DC-4848-8588-09ED8FFFC6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714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3CABA-F5B1-E2C0-4437-D4B7CFB6A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4DD2B0-C2B4-42E2-B598-0E4C390055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59AE9-5DA6-1906-3CD7-7F285DD8B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8D860-7084-4AE6-B8E2-0A646B169ED2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EC152-81D6-8E1B-AD70-FE1750908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53E665-E9F2-FF82-A550-03D8AFBA4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65994-C7DC-4848-8588-09ED8FFFC6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922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F6F570-56F8-53D0-0F8A-CBC546B64B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48EC8E-EEFD-95CA-8413-54C7961C85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470FED-02C7-7E1C-DE27-42F6574D0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8D860-7084-4AE6-B8E2-0A646B169ED2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B1B34-19E1-785E-EF65-D2AF7F197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1EB47-F8FC-CB4E-F782-BAAC451ED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65994-C7DC-4848-8588-09ED8FFFC6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972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113E2D-AF0F-3D73-83F8-522C61F6D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42149B-F0DD-1AF7-6F1C-8BC0960203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7D0CC8-92BA-9E83-FACE-06D063E25F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B8D860-7084-4AE6-B8E2-0A646B169ED2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98B13A-6AAA-974E-4952-96BC36081A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D3CA9E-81CE-E369-8BA9-8482292C8C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865994-C7DC-4848-8588-09ED8FFFC6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260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5js.org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F971DDA-143D-2AEA-BDD2-CB69C9B25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091" y="811491"/>
            <a:ext cx="10658475" cy="1219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B1CFECE-CF11-95F7-E477-3B1CE3ABBCB7}"/>
              </a:ext>
            </a:extLst>
          </p:cNvPr>
          <p:cNvSpPr txBox="1"/>
          <p:nvPr/>
        </p:nvSpPr>
        <p:spPr>
          <a:xfrm>
            <a:off x="531091" y="6234987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p5.js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1111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Tong Cheng</dc:creator>
  <cp:lastModifiedBy>Tong Cheng</cp:lastModifiedBy>
  <cp:revision>1</cp:revision>
  <dcterms:created xsi:type="dcterms:W3CDTF">2026-01-05T12:50:38Z</dcterms:created>
  <dcterms:modified xsi:type="dcterms:W3CDTF">2026-01-05T12:51:58Z</dcterms:modified>
</cp:coreProperties>
</file>