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826F3-4549-8537-F8B9-C1A934537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919AC-7550-B62A-5791-CB7C3D337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16E6-390B-A846-52B8-CCE69D610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B440A-0D0A-9167-A88D-CDC1D22E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7F262-0475-98BF-6DD3-96BF1188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6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E126-B95D-BC57-0FAD-79BF5359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DCE6-7B88-0FB4-1351-72F3ADE8F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179BC-4BAD-EA10-04FF-80E4D2415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EE4D-AAD6-41A9-2349-18891A62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98D8B-B521-9E90-5A80-16F52BDA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8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800-858D-6D3F-85D4-72C4A4DB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5C6BE-987F-A3EC-6CD5-A606A4A98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FA53-1D5F-1FB2-EB21-84E2BDF8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059A-923A-A549-3A55-30B82871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0A5F3-1D96-64F0-E503-DA5F2226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A616-E4E4-FE5C-3DEA-AC8AF0AF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DAA95-5A2E-ADD5-60C0-62BD7184A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DFADB-88FD-BEF6-62F7-CDD42B68D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B3D13-810B-3EE7-7281-9310D56F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CDC13-73E5-97ED-739A-BF528904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9214A-60F7-C8D4-E21C-5205F9B0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8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5A74-C955-A9DA-9FA3-F26ADBA7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FBC12-E1C0-ED66-01D6-EC6EDDCCE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4CF3F-C55D-F8B9-EFF9-6D92A0934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D7C34-989C-3A4E-0867-CAC0F29FE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7B9BE-DC01-53CD-101D-9C7BB5DE0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2A206-D476-3BE3-3D96-97AFA608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042A3-D010-1F5B-AC91-62F3F03F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0D73B-56BC-A8B7-BA7F-E60724B8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0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9B56-D6E1-11F6-8015-ACA6D9A2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9B222-57D5-B4D7-3DBC-69652CEF8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58E46-EF36-8A55-E57F-602F076F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AEDA9-D171-074F-06D3-AC6986D5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3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277FE-B131-88EB-21DD-869BA07A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6B706-C8FE-E7C1-935E-0BA031FC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A98E-691F-6281-275E-DBC34825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5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E189-CC77-9AD9-5A01-5D43E90A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897A-9F2D-9592-B9B5-E3931A489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A4CA7-E034-9E7C-305F-D4AABB531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0FB1D-9DCB-07F4-96E9-80427547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968C0-396A-B89E-CFA7-EC7935FA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F4A8B-8A45-EF9E-1E4A-4B9E01B1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2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ED3D-0BD5-8E73-368E-8C4D41D6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4E6E6-7F88-EE5D-C286-4C2D58702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2F65E-8093-A597-6F8F-832A287EF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F1B98-96D2-47F2-D311-153D6BFF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4C2D3-3FD2-1DFB-EDBC-CB63F0F6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67926-6256-D23B-C6C8-A6CF3E1B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3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C17D-4B00-6843-64F5-7B44393B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0CAFB-70B4-ABF2-AA28-6BEBF5257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2CFDA-132C-6576-06E2-5B96EFC1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0B84-674E-22E8-95AB-FB90E47A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E0E2-3B2C-5532-B669-E266FFB6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5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8DADC-E271-9299-90D2-AC6087080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A3498-ABB7-97FE-B17F-4AF50BF98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A8F28-5D65-DA32-B91F-3EB327EA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F6B67-276D-D20A-9DEB-530DE6D3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4A32E-AB15-C545-9BEE-B2CABF21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E611C-40D6-6C13-F546-DA1D0062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E5348-58CC-7DEF-D846-E61DAE9F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742F-1C53-0FD9-C14D-696A6C904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BA00C-9FF9-46C3-9662-B0B5690B7CA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444F-5846-B60A-7595-7A47ADBED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D6515-6372-D72C-E95F-1091C6AB6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56A31-3AE5-4743-AA9F-AF9904FDB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5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7A27CB-F5E6-21BD-3ECC-F3C309C38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60" y="286239"/>
            <a:ext cx="7639050" cy="601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4172A-4FA0-6E06-2CF1-A624DDBD6C01}"/>
              </a:ext>
            </a:extLst>
          </p:cNvPr>
          <p:cNvSpPr txBox="1"/>
          <p:nvPr/>
        </p:nvSpPr>
        <p:spPr>
          <a:xfrm>
            <a:off x="8491414" y="371231"/>
            <a:ext cx="315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 18. Texture Parameters</a:t>
            </a:r>
          </a:p>
        </p:txBody>
      </p:sp>
    </p:spTree>
    <p:extLst>
      <p:ext uri="{BB962C8B-B14F-4D97-AF65-F5344CB8AC3E}">
        <p14:creationId xmlns:p14="http://schemas.microsoft.com/office/powerpoint/2010/main" val="234150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A92D1-C344-6206-89A3-237746CF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37" y="262792"/>
            <a:ext cx="7639050" cy="601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1D2968-A361-6644-C8F6-F48454F97DB5}"/>
              </a:ext>
            </a:extLst>
          </p:cNvPr>
          <p:cNvSpPr txBox="1"/>
          <p:nvPr/>
        </p:nvSpPr>
        <p:spPr>
          <a:xfrm>
            <a:off x="8088923" y="262792"/>
            <a:ext cx="2532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Demo 19. Face Culling</a:t>
            </a:r>
          </a:p>
        </p:txBody>
      </p:sp>
    </p:spTree>
    <p:extLst>
      <p:ext uri="{BB962C8B-B14F-4D97-AF65-F5344CB8AC3E}">
        <p14:creationId xmlns:p14="http://schemas.microsoft.com/office/powerpoint/2010/main" val="130562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#CHENG TONG#</dc:creator>
  <cp:lastModifiedBy>#CHENG TONG#</cp:lastModifiedBy>
  <cp:revision>2</cp:revision>
  <dcterms:created xsi:type="dcterms:W3CDTF">2026-02-05T12:48:22Z</dcterms:created>
  <dcterms:modified xsi:type="dcterms:W3CDTF">2026-02-05T12:50:43Z</dcterms:modified>
</cp:coreProperties>
</file>